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2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3BC31-BCB0-008C-A384-F4D6B6CD7F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404C3F-1EB8-20A4-95C1-375B165DEE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76B3C-C9CF-91B2-6007-B0AB0ADA5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05423-D64E-4A29-8E31-8DB97CEFE23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B03686-16C0-0777-A160-F3A30B606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773575-999A-2D44-30DE-341BB1764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E4969-61D8-4C68-89DA-C7C19897E12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581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63CE9-2D94-4485-5A6D-5B8B02D74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26E4A-32CF-20FF-0CE7-46BAFAE5FE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8C376-38DD-FAFD-FAE9-EB69B5B48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05423-D64E-4A29-8E31-8DB97CEFE23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8562E-8437-9C15-00D6-CFFE9927C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0CD79-77D1-5877-2720-72D07E12E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E4969-61D8-4C68-89DA-C7C19897E12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733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23ADB-D3D1-CCE3-704C-6499BFDC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C49ACD-C755-097C-5D00-7C7913C55C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26CB5-B47D-5F87-E7B4-445DF7EF3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05423-D64E-4A29-8E31-8DB97CEFE23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E793B7-55BA-59F7-333F-BF8AD0FEB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2CB1E-FA95-313D-44DF-EEE484006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E4969-61D8-4C68-89DA-C7C19897E12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6172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FA9E-913A-C55A-101F-747E19C95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BD5F1-4F9B-F3E7-4B95-2D6765B7D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D676CE-40C6-C6B4-49A5-C0586FDD79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C84D5D-5F6F-664A-DFDC-71821A98B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05423-D64E-4A29-8E31-8DB97CEFE23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F12FF8-114E-B7E7-4C44-DB948D8AA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F11404-1ED8-2D06-7354-DB0E8B854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E4969-61D8-4C68-89DA-C7C19897E12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4818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0DE14-D7AA-FAEB-4588-6D4B54C68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1C6739-22EC-B90F-D73F-049C3F32B5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31F6E5-F059-8BB0-2482-210221DBD4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872E96-F72F-B72B-0268-5E5D7A60DD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3A180-D9C7-E9E1-9B96-4C75CDCED9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E6A0CD-2162-83D8-5191-F370870C4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05423-D64E-4A29-8E31-8DB97CEFE23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51B784-B925-76C0-D304-B5580EDD4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2F28BE-FEBA-B8F5-7C00-78FE2FE62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E4969-61D8-4C68-89DA-C7C19897E12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0204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130E5-F2A4-E70F-96E8-7591DD042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884B9B-E0B4-0CDC-6A67-6BF28B023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05423-D64E-4A29-8E31-8DB97CEFE23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0BA5AB-47A6-6078-E280-0F027DB54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17B67D-D803-C87E-F0F0-E95139AB3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E4969-61D8-4C68-89DA-C7C19897E12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8497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C910DB-3621-51B4-CE82-DB17B4C36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05423-D64E-4A29-8E31-8DB97CEFE23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C11420-08FE-F8C5-2857-7658FA451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5DC66D-928B-BC33-0A7D-EB11249B2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E4969-61D8-4C68-89DA-C7C19897E12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5687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FFA5C-2702-AEFD-D79C-48D0FC4E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011D0-185C-2A85-8535-6F1B3AF6C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2ACCEF-6E51-CBC1-134D-87C6794B9A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717726-164B-32EC-8962-067470B22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05423-D64E-4A29-8E31-8DB97CEFE23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C8A7E1-5CA1-3A28-8D1C-4799A8598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D8A46A-3459-2A66-817A-FC86F4907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E4969-61D8-4C68-89DA-C7C19897E12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4452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5E339-57B2-2F6F-FAAE-EF394659D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484831-6363-0EEA-061C-B527FD9B47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819630-5091-4EDD-B951-C42BA0B69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6DABFF-EB0F-4E72-7C23-2FF159BBC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05423-D64E-4A29-8E31-8DB97CEFE23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75EFBB-0B1F-66B8-EC5C-9B76EAAD7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A81C5A-2AD5-04DA-C880-5E40A4892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E4969-61D8-4C68-89DA-C7C19897E12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0267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D79CF-2D41-9850-B215-3760B7BE6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B8F27E-48B7-E016-9134-96E337C0AA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9A507-A32B-1C07-BF8B-D6188FE6E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05423-D64E-4A29-8E31-8DB97CEFE23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D4669F-8840-76BE-5AB4-3A44F1EED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CA6F6-A30A-9675-0A15-7AA3477B9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E4969-61D8-4C68-89DA-C7C19897E12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3362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377012-E0DD-411E-70C8-FDDD9D8650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6A3720-05FC-96FE-C5DB-F28CD2E6C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874D62-1B6C-D50C-B1C9-F5B1AD102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05423-D64E-4A29-8E31-8DB97CEFE23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AFA6AF-3AE2-A9CC-A5F8-0A09EC54B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0941D5-E995-9852-5998-B18A9D340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E4969-61D8-4C68-89DA-C7C19897E12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2481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A845F8-B504-16BA-7437-1F56E6859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A136F2-A751-C9B0-73DE-4964254B1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CF15D9-54C2-87E8-5263-8E46FDA877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605423-D64E-4A29-8E31-8DB97CEFE23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059109-902F-2F00-23F4-45C89B07E0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306587-F09F-C751-0078-3889A451C0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8E4969-61D8-4C68-89DA-C7C19897E12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9504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D83D3-4016-011E-9FF2-D681FDAADD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/>
              <a:t>BanVIC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288BDE-4806-AE4F-11FB-1A5239E19F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2821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BanVIC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Luiz Eduardo Ferreira</dc:creator>
  <cp:lastModifiedBy>Luiz Eduardo Ferreira</cp:lastModifiedBy>
  <cp:revision>1</cp:revision>
  <dcterms:created xsi:type="dcterms:W3CDTF">2026-09-23T20:33:24Z</dcterms:created>
  <dcterms:modified xsi:type="dcterms:W3CDTF">2026-09-23T20:33:34Z</dcterms:modified>
</cp:coreProperties>
</file>